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2" r:id="rId9"/>
    <p:sldId id="263" r:id="rId10"/>
    <p:sldId id="266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9A81CAB-9872-4266-9BCC-8F682A867155}">
          <p14:sldIdLst>
            <p14:sldId id="256"/>
            <p14:sldId id="257"/>
            <p14:sldId id="258"/>
            <p14:sldId id="264"/>
            <p14:sldId id="265"/>
            <p14:sldId id="259"/>
            <p14:sldId id="260"/>
            <p14:sldId id="262"/>
            <p14:sldId id="263"/>
            <p14:sldId id="266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668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239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63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11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249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81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311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862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63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4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61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55378-7592-4370-9D1F-01983391B52D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5928B3B-745D-41A7-A48C-C10E85C3293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46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03BB6-34D3-27F4-42C7-9BA47D6CA3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TV SHOWS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58461-8D44-A143-5E61-D523BE4173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                                                                                               PROJECT MENTOR</a:t>
            </a:r>
          </a:p>
          <a:p>
            <a:r>
              <a:rPr lang="en-US" dirty="0"/>
              <a:t>                                                                                            BHOOMIKA MALLIREDDY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596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5379-8FF4-7017-3E55-1F644EC6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GATHERING DATASETS  AND LIBRARIES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0574F-F471-D2E0-1A2C-B26B90166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Downloading Dataset from Kaggle - Netflix Movies and TV shows Dataset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Required libraries 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Matplotlib, Seaborn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Importing Required Libraries 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54ADD-C9EE-49FE-20CF-694DCCD56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204" y="3629967"/>
            <a:ext cx="4267796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07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082FA7B-7EF6-29B7-9FD4-3FF0F9C873E4}"/>
              </a:ext>
            </a:extLst>
          </p:cNvPr>
          <p:cNvSpPr txBox="1"/>
          <p:nvPr/>
        </p:nvSpPr>
        <p:spPr>
          <a:xfrm>
            <a:off x="1215851" y="834013"/>
            <a:ext cx="1004835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Dataset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is a Pandas function used to read data from a CSV (Comma-Separated Values) file and convert it into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a structured table of rows and columns.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1.Loads the dataset from the system.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2.Display the dataset in tabular format.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337982-A2A6-2832-978E-66552E64C505}"/>
              </a:ext>
            </a:extLst>
          </p:cNvPr>
          <p:cNvSpPr txBox="1"/>
          <p:nvPr/>
        </p:nvSpPr>
        <p:spPr>
          <a:xfrm>
            <a:off x="1155561" y="2223337"/>
            <a:ext cx="1010864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8807 rows and 12 Columns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3AE804-FFC2-94BD-6CD2-06533187C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384" y="2931223"/>
            <a:ext cx="2705478" cy="21434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FFD60F3-3E5F-EFFC-68C7-BE1FC1B74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394" y="1911231"/>
            <a:ext cx="5925179" cy="357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48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53BEC-A8FE-EE70-EF6D-9E49327D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29B4D4-EC27-5EB1-6F4A-FB2112DC318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99502" y="562028"/>
            <a:ext cx="9604375" cy="4813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Missing Value Summary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transformed raw null information into a format suitable for visualization.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 calculates total missing values per column.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reset_index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converts the result into a structured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were renamed for clarity.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transformed raw null information into a format suitable for visualization.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FF362D-1E60-2D1A-7C8E-4539637E4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136" y="3530530"/>
            <a:ext cx="5772956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10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DDFF0-1D8C-D62C-F489-F78E8ED00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0528C62-953A-6FD1-DFBA-594C961DCD6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99502" y="562028"/>
            <a:ext cx="9604375" cy="4813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Visualizing Missing Values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bar chart was used to compare missing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across columns.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 shows column names.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 shows total missing values.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 improves readability.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clearly highlights that: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the highest missing values.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had significant gaps.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columns had minimal or no missing values.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A8A9FA-A003-2EB0-BA27-81FA4AA71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527" y="562028"/>
            <a:ext cx="5363971" cy="466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8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1D6E8D2-42F2-9652-A2F6-1512BC1BC4D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99502" y="562028"/>
            <a:ext cx="9604375" cy="481330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Handing of Missing Values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columns with high missing values were filled with ‘Unknown’ and ‘No Data’ to: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 row information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deleting large amounts of data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categorical consistency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columns with very few missing values: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(most frequent value) was used.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maintains realistic distribution.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introducing artificial bias.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5E3320-15A2-BC0C-1156-FCF9E2FCF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356" y="2177914"/>
            <a:ext cx="5413681" cy="142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8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704220-D6D4-DD32-536D-C41CD89AB5C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0227" y="780178"/>
            <a:ext cx="9604375" cy="38420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Date Column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date_added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object to datetime format.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errors='coerce' ensures invalid formats become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with invalid or missing dates were removed.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enables time-based analysis.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features were extracted from the date column: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year_added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analyze growth trends.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month_added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seasonal analysis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9C7B9C-6A52-8A5F-5379-F5935CEDD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312" y="1246682"/>
            <a:ext cx="4680643" cy="13759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6E5B0B-6D3D-6554-2BC3-7A928E4A1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865" y="2701210"/>
            <a:ext cx="4937090" cy="260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2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3A7D0-EECC-7283-EA5E-CA72C02C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AFD934-7090-B25E-8D4B-A8604CDA29E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0227" y="780178"/>
            <a:ext cx="9604375" cy="3842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for Duplicates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finding duplicates in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Duplicates Found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AF3764-A939-8AE6-85BE-2E510D15E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957" y="2447788"/>
            <a:ext cx="9631119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14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94C04-A577-E596-9394-677E807F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80A07EC-4C7E-32FF-84E7-747482C3985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0227" y="780178"/>
            <a:ext cx="9604375" cy="3842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Validation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checks ensured: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remaining critical missing values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 is consistent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914936-1CF0-A79C-9B0B-AC814F7A7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695" y="732448"/>
            <a:ext cx="2867425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03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07B02-E613-A123-AC6F-F0E2B734B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0838CB-0ECC-D233-A7B8-E5224A4AC21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0227" y="780178"/>
            <a:ext cx="9604375" cy="3842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Dataset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dataset was exported for use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names as “cleaned_netflix_data.csv”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flexible for further process like: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Dashboards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A1DA0E-1FBD-F9E3-45F1-C52BB8DB9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638" y="1117496"/>
            <a:ext cx="6132175" cy="338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2DBAA9-43C5-A5D4-ED65-6A6D5857C949}"/>
              </a:ext>
            </a:extLst>
          </p:cNvPr>
          <p:cNvSpPr txBox="1"/>
          <p:nvPr/>
        </p:nvSpPr>
        <p:spPr>
          <a:xfrm>
            <a:off x="4391129" y="2323140"/>
            <a:ext cx="6340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6197737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254</TotalTime>
  <Words>422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Gallery</vt:lpstr>
      <vt:lpstr>Netflix MoVIES AND TV SHOWS                      aNALYSiS                          </vt:lpstr>
      <vt:lpstr>GATHERING DATASETS  AND LIBRARIES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Goli Saiteja</dc:creator>
  <cp:lastModifiedBy>Goli Saiteja</cp:lastModifiedBy>
  <cp:revision>4</cp:revision>
  <dcterms:created xsi:type="dcterms:W3CDTF">2026-02-17T07:40:58Z</dcterms:created>
  <dcterms:modified xsi:type="dcterms:W3CDTF">2026-02-17T12:32:26Z</dcterms:modified>
</cp:coreProperties>
</file>